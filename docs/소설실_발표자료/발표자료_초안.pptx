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75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2E803-2375-4EB8-86FE-1A56001E788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675AE-FB4B-4B08-BB6F-337F08D0BF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5857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C675AE-FB4B-4B08-BB6F-337F08D0BF4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638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44C0A-3CDE-B964-2AA7-6343FDEB1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631F5B7-8964-BF26-2D8B-3E96CC1DF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EF4F28-986C-7439-512C-410A6B442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8E3D1A-A3EF-6723-5E45-56161114F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108FC6-1604-62CB-6A1B-9C20FA7F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044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7B058-7C0E-CB06-3C54-F25DE6FE8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A0765D-7873-664E-41E3-16FAD4D78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435010-FEF2-2DE8-E579-5860AA396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E30588-2824-5C7F-F283-A6211E9E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85E042-0484-1302-8E2B-79B5BBCDB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394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82BA1-C5E7-6641-3D50-87619B079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4968D0-3513-B737-6579-257A2F246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CDFE82-AF48-C5F0-58DC-C9825C377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CDC791-7C7E-10BE-333D-C00C6C5A2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5E554B-FE3C-9C3E-04A0-BB4D4244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609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50F008-3515-F9A5-3EA1-B8C0B936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71CA5F-272F-E7D2-172F-AAEFDABA59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38F425-44FC-F604-F372-4DE16B782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4495E0-75C3-087B-709C-C90B8A9A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F10305-B292-60C1-022B-5A31BB0C5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458505-1CB2-A085-8A15-4C0BA5E62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5986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9C3874-23F2-B323-DA4F-DF4CC77A2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B92C47-0A0C-B172-9CE2-39D853571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B41088-061E-4081-AB7D-9BB0CD576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D8CA789-0785-EEA3-CFBB-57DBB04DB0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FC95E27-BBFF-2329-C210-796ECF7C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4E76166-665C-82CA-8D32-418F352BA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0F3166-30C8-C2DD-3E60-C4FBD0630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FEA6F63-058E-AFC7-49E0-EBB9928C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446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0B04F-BEFF-EA49-F95C-93ADC8A89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CC50AA-5ECF-2A05-B7D3-D90379103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CEDCAA-8E06-4869-1F5C-177582321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CB288D-388F-CB08-D320-E35D504C9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654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C9130A-3F21-52F8-1324-755CB3B87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FD9D07-D830-3DD9-8561-1714A76F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2FFAE3-B4E2-E067-BBBB-3EE3AA2D9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946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C15907-4442-8FD3-A6E3-13EA11DEA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DCEBB-0201-9C17-C4E4-532BC7C78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837592-B5AC-BB50-7D16-453AABBA2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1588DF-E828-3FE6-7B5B-8B579955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5E8139-B035-EE61-D88C-2373AECF2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1CDA4A-999B-EAE3-97AF-BEACBA2FC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011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F89734-9DC6-78AB-D005-EB6E9FA96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E057E1C-C400-0BE4-8CDA-8C2DED0296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DB997C-C4D9-32C4-E4FD-B6E03A07C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18F913E-1137-83C0-80FE-4E3F05175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1A62AE-763F-B771-DD35-466009E5F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509FB3-9850-25F1-5DFF-56A2C26CF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939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026A9-F809-23DE-DEC8-6DCE03C2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09B80F-5579-5D21-822A-73F22FEEA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885E7A-85EC-6D9E-FE74-AA569A85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CA1164-0312-1102-4188-0AA66C43E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7B8FA2-AB0D-1CFE-3BD9-FAEBD10D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836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0A209B-D5A2-ECD6-3A7D-A26F97D510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49D7E1-DEF6-18BD-EF38-DDEBBE75F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CC30E5-F352-54CC-6A16-38FD5F4A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B9BFD4-EF21-6673-715C-935AF8A7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7B3A06-59A9-6D1C-FE34-80BC1677B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968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6DE39D-83BA-0C8F-9501-AF6A45243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0EFF4C-3D6E-86BF-672F-30BDA5549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B0430C-A528-4069-FD0D-AACA85648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655D0E-8C9B-44A3-AA59-F9CC1FECC71F}" type="datetimeFigureOut">
              <a:rPr lang="ko-KR" altLang="en-US" smtClean="0"/>
              <a:t>2026-06-21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0EFF4C-5B81-5890-5F9C-79641699A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BB0426-677B-06AD-F72A-1DFF84CFA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F496B4-597D-4DE3-AB6A-18E717B430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710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5BF62F-6C41-814C-6ACE-F11C19820E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서로서가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9D574A-708C-5952-580E-36CC255E69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캠퍼스 도서 공유 및 커뮤니티 앱</a:t>
            </a:r>
          </a:p>
        </p:txBody>
      </p:sp>
    </p:spTree>
    <p:extLst>
      <p:ext uri="{BB962C8B-B14F-4D97-AF65-F5344CB8AC3E}">
        <p14:creationId xmlns:p14="http://schemas.microsoft.com/office/powerpoint/2010/main" val="593997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39228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rPr lang="ko-KR" altLang="en-US" dirty="0"/>
              <a:t>팀원 명단 및 역할 분담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408EDD9F-6B96-1D5E-7AA9-795EF89E9562}"/>
              </a:ext>
            </a:extLst>
          </p:cNvPr>
          <p:cNvSpPr txBox="1">
            <a:spLocks/>
          </p:cNvSpPr>
          <p:nvPr/>
        </p:nvSpPr>
        <p:spPr>
          <a:xfrm>
            <a:off x="482259" y="1451273"/>
            <a:ext cx="10515600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ko-KR" altLang="en-US" sz="2400" dirty="0" err="1"/>
              <a:t>정승한</a:t>
            </a:r>
            <a:r>
              <a:rPr lang="ko-KR" altLang="en-US" sz="2400" dirty="0"/>
              <a:t> </a:t>
            </a:r>
            <a:r>
              <a:rPr lang="en-US" altLang="ko-KR" sz="2400" dirty="0"/>
              <a:t>(202255605)</a:t>
            </a:r>
          </a:p>
          <a:p>
            <a:pPr lvl="1">
              <a:buFontTx/>
              <a:buChar char="-"/>
            </a:pPr>
            <a:r>
              <a:rPr lang="ko-KR" altLang="en-US" sz="2000" dirty="0" err="1"/>
              <a:t>메인화면</a:t>
            </a:r>
            <a:r>
              <a:rPr lang="ko-KR" altLang="en-US" sz="2000" dirty="0"/>
              <a:t> 제작</a:t>
            </a:r>
            <a:endParaRPr lang="en-US" altLang="ko-KR" sz="2000" dirty="0"/>
          </a:p>
          <a:p>
            <a:pPr lvl="1">
              <a:buFontTx/>
              <a:buChar char="-"/>
            </a:pPr>
            <a:r>
              <a:rPr lang="ko-KR" altLang="en-US" sz="2000" dirty="0"/>
              <a:t>모임등록 화면 제작</a:t>
            </a:r>
            <a:endParaRPr lang="en-US" altLang="ko-KR" sz="2000" dirty="0"/>
          </a:p>
          <a:p>
            <a:pPr lvl="1">
              <a:buFontTx/>
              <a:buChar char="-"/>
            </a:pPr>
            <a:r>
              <a:rPr lang="ko-KR" altLang="en-US" sz="2000" dirty="0"/>
              <a:t>마이페이지 제작</a:t>
            </a:r>
            <a:endParaRPr lang="en-US" altLang="ko-KR" sz="2000" dirty="0"/>
          </a:p>
          <a:p>
            <a:pPr lvl="1">
              <a:buFontTx/>
              <a:buChar char="-"/>
            </a:pPr>
            <a:r>
              <a:rPr lang="en-US" altLang="ko-KR" sz="2000" dirty="0"/>
              <a:t>Firebase DB </a:t>
            </a:r>
            <a:r>
              <a:rPr lang="ko-KR" altLang="en-US" sz="2000" dirty="0"/>
              <a:t>구축</a:t>
            </a:r>
            <a:endParaRPr lang="en-US" altLang="ko-KR" sz="2000" dirty="0"/>
          </a:p>
          <a:p>
            <a:pPr lvl="1">
              <a:buFontTx/>
              <a:buChar char="-"/>
            </a:pPr>
            <a:r>
              <a:rPr lang="ko-KR" altLang="en-US" sz="2000" dirty="0" err="1"/>
              <a:t>머신러닝</a:t>
            </a:r>
            <a:r>
              <a:rPr lang="ko-KR" altLang="en-US" sz="2000" dirty="0"/>
              <a:t> 모델 제작</a:t>
            </a:r>
            <a:endParaRPr lang="en-US" altLang="ko-KR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2400" dirty="0"/>
          </a:p>
          <a:p>
            <a:pPr>
              <a:buFontTx/>
              <a:buChar char="-"/>
            </a:pPr>
            <a:r>
              <a:rPr lang="ko-KR" altLang="en-US" sz="2400" dirty="0"/>
              <a:t>김민주 </a:t>
            </a:r>
            <a:r>
              <a:rPr lang="en-US" altLang="ko-KR" sz="2400" dirty="0"/>
              <a:t>(202455310)</a:t>
            </a:r>
          </a:p>
          <a:p>
            <a:pPr lvl="1">
              <a:buFontTx/>
              <a:buChar char="-"/>
            </a:pPr>
            <a:r>
              <a:rPr lang="en-US" altLang="ko-KR" sz="2000" dirty="0"/>
              <a:t>AI </a:t>
            </a:r>
            <a:r>
              <a:rPr lang="ko-KR" altLang="en-US" sz="2000" dirty="0"/>
              <a:t>추천 도서 화면 제작</a:t>
            </a:r>
            <a:endParaRPr lang="en-US" altLang="ko-KR" sz="2000" dirty="0"/>
          </a:p>
          <a:p>
            <a:pPr lvl="1">
              <a:buFontTx/>
              <a:buChar char="-"/>
            </a:pPr>
            <a:r>
              <a:rPr lang="en-US" altLang="ko-KR" sz="2000" dirty="0"/>
              <a:t>AI </a:t>
            </a:r>
            <a:r>
              <a:rPr lang="ko-KR" altLang="en-US" sz="2000" dirty="0" err="1"/>
              <a:t>챗봇</a:t>
            </a:r>
            <a:r>
              <a:rPr lang="ko-KR" altLang="en-US" sz="2000" dirty="0"/>
              <a:t> 화면 제작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/>
              <a:t>- </a:t>
            </a:r>
            <a:r>
              <a:rPr lang="ko-KR" altLang="en-US" sz="2000" dirty="0"/>
              <a:t>지도 화면 제작</a:t>
            </a:r>
            <a:endParaRPr lang="en-US" altLang="ko-KR" sz="2000" dirty="0"/>
          </a:p>
          <a:p>
            <a:pPr lvl="1">
              <a:buFontTx/>
              <a:buChar char="-"/>
            </a:pPr>
            <a:r>
              <a:rPr lang="ko-KR" altLang="en-US" sz="2000" dirty="0"/>
              <a:t>앱 기획</a:t>
            </a:r>
            <a:endParaRPr lang="en-US" altLang="ko-KR" sz="2000" dirty="0"/>
          </a:p>
          <a:p>
            <a:pPr lvl="1">
              <a:buFontTx/>
              <a:buChar char="-"/>
            </a:pPr>
            <a:r>
              <a:rPr lang="en-US" altLang="ko-KR" sz="2000" dirty="0"/>
              <a:t>ppt </a:t>
            </a:r>
            <a:r>
              <a:rPr lang="ko-KR" altLang="en-US" sz="2000" dirty="0"/>
              <a:t>제작</a:t>
            </a:r>
            <a:endParaRPr lang="en-US" altLang="ko-KR" sz="2000" dirty="0"/>
          </a:p>
          <a:p>
            <a:pPr lvl="1">
              <a:buFontTx/>
              <a:buChar char="-"/>
            </a:pPr>
            <a:endParaRPr lang="en-US" altLang="ko-KR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FC2ED-4B9C-C933-D090-918783198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8D2DC5-A2E5-F890-2F35-FE3D77856E8B}"/>
              </a:ext>
            </a:extLst>
          </p:cNvPr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프로젝트 개요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6B64AA-E42E-F039-88F7-9F06A3DA18C8}"/>
              </a:ext>
            </a:extLst>
          </p:cNvPr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1_home.png">
            <a:extLst>
              <a:ext uri="{FF2B5EF4-FFF2-40B4-BE49-F238E27FC236}">
                <a16:creationId xmlns:a16="http://schemas.microsoft.com/office/drawing/2014/main" id="{EB924171-1510-608B-6376-994233265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24128"/>
            <a:ext cx="2242566" cy="49834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F95420-62B1-5295-6407-02A663127C63}"/>
              </a:ext>
            </a:extLst>
          </p:cNvPr>
          <p:cNvSpPr txBox="1"/>
          <p:nvPr/>
        </p:nvSpPr>
        <p:spPr>
          <a:xfrm>
            <a:off x="548640" y="6044184"/>
            <a:ext cx="22425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55555"/>
                </a:solidFill>
                <a:latin typeface="맑은 고딕"/>
              </a:defRPr>
            </a:pPr>
            <a:r>
              <a:t>홈 실제 실행 화면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10EE49-6826-1CFD-59B6-E35A66736398}"/>
              </a:ext>
            </a:extLst>
          </p:cNvPr>
          <p:cNvSpPr/>
          <p:nvPr/>
        </p:nvSpPr>
        <p:spPr>
          <a:xfrm>
            <a:off x="3886200" y="1024128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앱 목적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799905-6E5F-934D-BF5C-72AFAF491D96}"/>
              </a:ext>
            </a:extLst>
          </p:cNvPr>
          <p:cNvSpPr txBox="1"/>
          <p:nvPr/>
        </p:nvSpPr>
        <p:spPr>
          <a:xfrm>
            <a:off x="3886200" y="1389888"/>
            <a:ext cx="7543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부산대 학생들이 책 기반 독서모임을 만들고 참가하는 캠퍼스 독서 커뮤니티 앱</a:t>
            </a:r>
          </a:p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홈에서 금주의 독서모임과 AI 추천 도서를 탐색하고, 모임 생성/참가/채팅으로 연결</a:t>
            </a:r>
          </a:p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마이페이지에서 참가 모임, 내 서재, 독서 기록을 관리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C96A41-2591-43BA-BB28-E7B06D2134BA}"/>
              </a:ext>
            </a:extLst>
          </p:cNvPr>
          <p:cNvSpPr/>
          <p:nvPr/>
        </p:nvSpPr>
        <p:spPr>
          <a:xfrm>
            <a:off x="3886200" y="2971800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핵심 기술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7C3EDD-2B1D-B922-CC05-0CEAFAEDE4E6}"/>
              </a:ext>
            </a:extLst>
          </p:cNvPr>
          <p:cNvSpPr txBox="1"/>
          <p:nvPr/>
        </p:nvSpPr>
        <p:spPr>
          <a:xfrm>
            <a:off x="3886200" y="3337560"/>
            <a:ext cx="7543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Jetpack Compose + Material3 기반 단일 Activity UI</a:t>
            </a:r>
          </a:p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Coroutine으로 OCR, API, Firestore 작업 비동기 처리</a:t>
            </a:r>
          </a:p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Firebase Firestore DB, Google Books, Kakao Local, Gemini API 사용</a:t>
            </a:r>
          </a:p>
          <a:p>
            <a:pPr marL="180000">
              <a:spcAft>
                <a:spcPts val="300"/>
              </a:spcAft>
              <a:defRPr sz="1300">
                <a:solidFill>
                  <a:srgbClr val="000000"/>
                </a:solidFill>
                <a:latin typeface="맑은 고딕"/>
              </a:defRPr>
            </a:pPr>
            <a:r>
              <a:t>ML Kit 한국어 OCR과 Android DownloadManager 활용</a:t>
            </a:r>
          </a:p>
        </p:txBody>
      </p:sp>
    </p:spTree>
    <p:extLst>
      <p:ext uri="{BB962C8B-B14F-4D97-AF65-F5344CB8AC3E}">
        <p14:creationId xmlns:p14="http://schemas.microsoft.com/office/powerpoint/2010/main" val="1353113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33105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rPr lang="ko-KR" altLang="en-US" dirty="0"/>
              <a:t>전체 와이어 프레임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FBAF53D1-D504-0EE5-F5B3-751D041ED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92" y="1098994"/>
            <a:ext cx="10487557" cy="51913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메인페이지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24128"/>
            <a:ext cx="2242566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44184"/>
            <a:ext cx="22425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55555"/>
                </a:solidFill>
                <a:latin typeface="맑은 고딕"/>
              </a:defRPr>
            </a:pPr>
            <a:r>
              <a:t>실제 에뮬레이터 실행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1024128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기능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389888"/>
            <a:ext cx="7543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금주의 독서모임과 AI 추천 도서를 한 화면에서 탐색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모임 만들기 버튼, 모임 카드, AI 도서 카드, 하단 마이페이지 이동 제공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Firestore에 등록된 실제 모임 데이터가 카드로 표시됨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651760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구현 코드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3017520"/>
            <a:ext cx="7543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Screens.kt:116 HomeScreen 구성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Screens.kt:127 금주의 독서모임 SectionHeader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Screens.kt:143 AI 추천 도서 LazyRow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MainActivityBySh.kt:108 listenWeeklyMeetings 실시간 구독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4553712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충족 평가기준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919472"/>
            <a:ext cx="7543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Jetpack Compose/Lazy UI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DB: Firestore 모임 목록 조회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심미성/완성도: 카드형 홈 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AI 추천도서 / 독서 가이드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2_ai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24128"/>
            <a:ext cx="2242566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44184"/>
            <a:ext cx="22425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55555"/>
                </a:solidFill>
                <a:latin typeface="맑은 고딕"/>
              </a:defRPr>
            </a:pPr>
            <a:r>
              <a:t>실제 에뮬레이터 실행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1024128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기능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389888"/>
            <a:ext cx="7543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AI 추천 도서 선택 시 독서 가이드 상세 화면 표시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추천 이유, 배경지식, 키워드, 질문, 토론 주제, 프롬프트 제공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AI 챗봇으로 이어지는 독서 보조 흐름 제공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651760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구현 코드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3017520"/>
            <a:ext cx="7543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MainActivityBySh.kt:227 sampleAiGuides()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Screens.kt:992 AiGuideScreen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Screens.kt:1004~1008 GuideList 항목 출력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4553712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충족 평가기준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919472"/>
            <a:ext cx="7543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Jetpack Compose UI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완성도: 추천 → 가이드 → 챗봇 흐름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심미성: 표지/매칭률/카드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AI 챗봇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044184"/>
            <a:ext cx="22425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55555"/>
                </a:solidFill>
                <a:latin typeface="맑은 고딕"/>
              </a:defRPr>
            </a:pPr>
            <a:r>
              <a:t>실제 에뮬레이터 실행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1024128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기능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389888"/>
            <a:ext cx="7543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선택한 책을 맥락으로 질문 입력 및 AI 답변 수신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사용자 메시지와 AI 메시지를 말풍선 형태로 구분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Gemini API 호출 중 로딩/오류 상태 처리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651760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구현 코드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3017520"/>
            <a:ext cx="7543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Screens.kt:1019 AiChatScreen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Screens.kt:1028 geminiChatModule.sendMessage()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GeminiChatModule.kt:16 withContext(Dispatchers.IO)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GeminiChatModule.kt:52 generateContent 호출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4553712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충족 평가기준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919472"/>
            <a:ext cx="7543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API: Gemini API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Coroutine: IO 스레드 처리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Jetpack: LazyColumn/OutlinedTextField/Button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안정성: 빈 질문 차단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07495C3-BB8B-96FF-F09A-06B97AE95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0" t="7248" r="3846" b="2799"/>
          <a:stretch>
            <a:fillRect/>
          </a:stretch>
        </p:blipFill>
        <p:spPr>
          <a:xfrm>
            <a:off x="548640" y="1024128"/>
            <a:ext cx="2295964" cy="4919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모임등록 페이지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5_meeting_register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24128"/>
            <a:ext cx="2242566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44184"/>
            <a:ext cx="22425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55555"/>
                </a:solidFill>
                <a:latin typeface="맑은 고딕"/>
              </a:defRPr>
            </a:pPr>
            <a:r>
              <a:t>실제 에뮬레이터 실행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1024128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기능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389888"/>
            <a:ext cx="7543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책 사진 선택, 책 제목, 저자, 모임 제목/설명, 개설자, 장소 검색 입력 제공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정보 불러오기 버튼으로 Google Books 검색 흐름 연결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카카오맵 장소 검색, 날짜/시간, 참가비/최대 인원 입력까지 하나의 등록 폼으로 구성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651760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구현 코드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3017520"/>
            <a:ext cx="7543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Screens.kt:155 MeetRegScreen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Screens.kt:191 OpenDocument() 이미지 선택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Screens.kt:273 Google Books 검색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Screens.kt:320 Kakao Local 장소 검색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MeetingRepository.kt:60 meetings/chatRooms Batch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4553712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충족 평가기준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919472"/>
            <a:ext cx="7543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Jetpack: Activity Result, DatePicker, TimePicker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API: Google Books/Kakao Local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DB: Firestore 저장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Coroutine: 검색/저장 비동기 처리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모임등록 하단 / 날짜·시간·생성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7_meeting_register_mid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24128"/>
            <a:ext cx="2242566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44184"/>
            <a:ext cx="22425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55555"/>
                </a:solidFill>
                <a:latin typeface="맑은 고딕"/>
              </a:defRPr>
            </a:pPr>
            <a:r>
              <a:t>실제 에뮬레이터 실행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1024128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기능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389888"/>
            <a:ext cx="7543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장소 검색, 카카오맵 장소 검색 버튼, 날짜/시간 선택, 참가비/인원 입력 제공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선택한 장소는 지도 미리보기와 외부 카카오맵 링크로 이어짐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입력 완료 후 모임 생성하기로 Firestore에 저장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651760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구현 코드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3017520"/>
            <a:ext cx="7543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Screens.kt:300~365 장소/날짜/시간/참가비/인원 입력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Screens.kt:209 DatePickerDialog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Screens.kt:243 TimePicker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MeetingRepository.kt:60 createMeeting()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4553712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충족 평가기준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919472"/>
            <a:ext cx="7543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Jetpack Material3 날짜/시간 컴포넌트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API: Kakao Local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DB: Firestore Batch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완성도: 실제 생성 폼 완성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로컬 사진등록 / 머신러닝 OCR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5_add_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24128"/>
            <a:ext cx="2242566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44184"/>
            <a:ext cx="22425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55555"/>
                </a:solidFill>
                <a:latin typeface="맑은 고딕"/>
              </a:defRPr>
            </a:pPr>
            <a:r>
              <a:t>실제 에뮬레이터 실행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1024128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기능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389888"/>
            <a:ext cx="7543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내 책 등록 화면에서 책 사진 선택 버튼과 OCR/도서정보 검색 흐름 제공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책 제목 입력 후 Google Books로 저자/출판사/페이지 정보 보강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모임 등록과 내 책 등록에서 동일한 OCR/검색 모듈 재사용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651760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구현 코드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3017520"/>
            <a:ext cx="7543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Screens.kt:510 AddMyBookScreen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Screens.kt:537 ActivityResultContracts.OpenDocument()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BookRecognitionModule.kt:23 KoreanTextRecognizerOptions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BookRecognitionModule.kt:33 extractBookTitleCandidatesFromImage()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BookRecognitionModule.kt:36 recognizer.process(image).await()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4553712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충족 평가기준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919472"/>
            <a:ext cx="7543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머신러닝: ML Kit 한국어 OCR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외부 APP 연동: 로컬 이미지 선택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API: Google Books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Coroutine: OCR/API 비동기 처리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카카오맵 지도 / 외부 앱 연동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6_kakao_map_exte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24128"/>
            <a:ext cx="2242566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44184"/>
            <a:ext cx="22425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55555"/>
                </a:solidFill>
                <a:latin typeface="맑은 고딕"/>
              </a:defRPr>
            </a:pPr>
            <a:r>
              <a:t>실제 에뮬레이터 실행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1024128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기능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389888"/>
            <a:ext cx="7543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앱의 지도 보기에서 카카오맵 웹/앱 링크로 외부 지도 화면 실행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장소명과 위도/경도를 기반으로 카카오맵 위치를 표시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실제 브라우저에서 m.map.kakao.com 화면이 열리는 것을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651760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구현 코드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3017520"/>
            <a:ext cx="7543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KakaoLocalModule.kt:15 searchPlaces()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KakaoLocalModule.kt:22 Kakao Local endpoint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Screens.kt:1124 KakaoMapPreview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Screens.kt:1142 Intent.ACTION_VIEW 지도 링크 실행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4553712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충족 평가기준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919472"/>
            <a:ext cx="7543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API: Kakao Local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외부 APP 연동: 지도 앱/브라우저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안정성: runCatching으로 실행 실패 방지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금주의 독서모임 / 참가 신청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9_weekly_meeting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24128"/>
            <a:ext cx="2242566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44184"/>
            <a:ext cx="22425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55555"/>
                </a:solidFill>
                <a:latin typeface="맑은 고딕"/>
              </a:defRPr>
            </a:pPr>
            <a:r>
              <a:t>실제 에뮬레이터 실행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1024128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기능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389888"/>
            <a:ext cx="7543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홈의 금주의 독서모임 카드 선택 시 참가 신청 상세 화면 표시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책 표지, 모임 설명, 장소, 주소, 일시, 참가비, 인원 정보 표시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이미 참가한 모임은 안내 문구를 보여주고 버튼으로 채팅방 이동 가능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651760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구현 코드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3017520"/>
            <a:ext cx="7543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Screens.kt:410 ParticipateScreen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Screens.kt:1236 MeetingDetail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MeetingRepository.kt:108 joinMeeting()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MeetingRepository.kt:113 Firestore transaction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4553712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충족 평가기준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919472"/>
            <a:ext cx="7543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DB: Firestore 상세 조회/참가 처리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안정성: transaction으로 동시 참가 보호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완성도: 모임 탐색→참가→채팅 연결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모임채팅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6044184"/>
            <a:ext cx="22425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55555"/>
                </a:solidFill>
                <a:latin typeface="맑은 고딕"/>
              </a:defRPr>
            </a:pPr>
            <a:r>
              <a:t>실제 에뮬레이터 실행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1024128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기능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389888"/>
            <a:ext cx="7543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참가한 모임의 채팅방에 입장해 메시지를 주고받는 화면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메시지 입력창과 전송 버튼 제공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Firestore subcollection을 통해 실시간 채팅 데이터 저장/조회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651760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구현 코드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3017520"/>
            <a:ext cx="7543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Screens.kt:441 MeetingChatScreen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Screens.kt:449 listenMessages()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MeetingRepository.kt:150 messages 실시간 조회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MeetingRepository.kt:164 sendMessage() 저장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4553712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충족 평가기준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919472"/>
            <a:ext cx="7543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DB: Firestore 실시간 채팅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Coroutine: 메시지 전송 scope.launch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Jetpack: LazyColumn/입력창/버튼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완성도: 커뮤니티 기능 구현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B09547D-12C0-985C-436D-851F288B5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2" t="7734" r="4236" b="4400"/>
          <a:stretch>
            <a:fillRect/>
          </a:stretch>
        </p:blipFill>
        <p:spPr>
          <a:xfrm>
            <a:off x="762000" y="896112"/>
            <a:ext cx="2399610" cy="50657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마이페이지 / 내 서재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3_mypage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24128"/>
            <a:ext cx="2242566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44184"/>
            <a:ext cx="22425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55555"/>
                </a:solidFill>
                <a:latin typeface="맑은 고딕"/>
              </a:defRPr>
            </a:pPr>
            <a:r>
              <a:t>실제 에뮬레이터 실행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1024128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기능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389888"/>
            <a:ext cx="7543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마이페이지에서 참가신청한 모임과 내 서재를 탭으로 분리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내 서재에는 등록된 책 표지, 제목, 저자, 출판사, 전체 페이지 표시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새 책 등록 카드로 내 책 등록 화면에 진입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651760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구현 코드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3017520"/>
            <a:ext cx="7543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Screens.kt:478 MyPageScreen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Screens.kt:711 MyPageTabs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Screens.kt:734 MyBookList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Screens.kt:744 MyBookRowCard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MeetingRepository.kt:37 내 참가 모임 조회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4553712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충족 평가기준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919472"/>
            <a:ext cx="7543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Jetpack: 상태 기반 탭 UI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DB: 사용자 참가 모임 조회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심미성: 카드형 서재 UI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완성도: 개인화 기능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독서기록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4_reading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24128"/>
            <a:ext cx="2242566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44184"/>
            <a:ext cx="22425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55555"/>
                </a:solidFill>
                <a:latin typeface="맑은 고딕"/>
              </a:defRPr>
            </a:pPr>
            <a:r>
              <a:t>실제 에뮬레이터 실행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1024128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기능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389888"/>
            <a:ext cx="7543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내 서재 책을 선택하면 독서 진행률과 기록 입력 화면 표시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현재 페이지/전체 페이지 입력, +/- 버튼, 페이지 저장 제공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인상 깊은 문장과 나의 감상을 별도 입력 영역으로 기록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651760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구현 코드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3017520"/>
            <a:ext cx="7543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Screens.kt:641 ReadingLogScreen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Screens.kt:823 ReadingProgressSection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Screens.kt:867 PageRecordSection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Screens.kt:946 TextRecordSection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4553712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충족 평가기준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919472"/>
            <a:ext cx="7543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Jetpack: LinearProgressIndicator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심미성: 진행률 카드와 입력 영역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완성도: 책 등록 후 독서 관리까지 연결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다운로드 매니저 / 책 표지 캐싱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3_mypage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24128"/>
            <a:ext cx="2242566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44184"/>
            <a:ext cx="224256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555555"/>
                </a:solidFill>
                <a:latin typeface="맑은 고딕"/>
              </a:defRPr>
            </a:pPr>
            <a:r>
              <a:t>실제 에뮬레이터 실행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886200" y="1024128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기능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389888"/>
            <a:ext cx="7543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외부 도서 표지 URL이 있을 때 Android DownloadManager로 표지를 다운로드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이미 저장된 표지는 재다운로드하지 않고 재사용</a:t>
            </a:r>
          </a:p>
          <a:p>
            <a:pPr marL="180000">
              <a:spcAft>
                <a:spcPts val="300"/>
              </a:spcAft>
              <a:defRPr sz="1200">
                <a:solidFill>
                  <a:srgbClr val="000000"/>
                </a:solidFill>
                <a:latin typeface="맑은 고딕"/>
              </a:defRPr>
            </a:pPr>
            <a:r>
              <a:t>내 서재와 상세 화면에서 표지 이미지를 안정적으로 표시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2651760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구현 코드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3017520"/>
            <a:ext cx="7543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Screens.kt:1288 downloadBookCoverOnce()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Screens.kt:1294 DOWNLOAD_SERVICE 획득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Screens.kt:1315 DownloadManager.Request 생성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Screens.kt:1341 DownloadManager.Query 상태 조회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BookRecognitionModule.kt:100 표지 다운로드 흐름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4553712"/>
            <a:ext cx="7543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충족 평가기준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919472"/>
            <a:ext cx="7543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다운로드 매니저 항목 충족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안정성: 중복 다운로드 방지/실패 상태 정리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완성도: 실제 표지 표시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평가기준 충족 코드 정리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54864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Coroutine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19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Screens.kt:196, 273, 320 - OCR/Google Books/Kakao 검색 scope.launch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BookRecognitionModule.kt:33, 60 - withContext(Dispatchers.IO)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KakaoLocalModule.kt:15, GeminiChatModule.kt:16 - 외부 API IO 처리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MeetingRepository.kt:55,108,145,185 - Firebase Task await()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051560"/>
            <a:ext cx="521208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Jetpack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417319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Compose BOM, UI, Foundation, Material3, Icons 사용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Scaffold: 홈/채팅/AI 챗봇 구조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LazyColumn/LazyRow: 목록/폼/메시지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DatePickerDialog, TimePicker, LinearProgressIndicator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Activity Result API로 이미지 선택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429000"/>
            <a:ext cx="54864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947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FirebaseFirestore.getInstance()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meetings 컬렉션 실시간 리스너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whereArrayContains로 내 참가 모임 조회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createMeeting() Batch 생성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joinMeeting() transaction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messages subcollection 실시간 조회/저장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3429000"/>
            <a:ext cx="521208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79476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Kakao Local API: 장소 검색/좌표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Google Books API: 도서 정보/표지/ISBN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Gemini API: AI 챗봇 응답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Firebase Firestore SDK: 데이터 동기화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평가기준 충족 코드 정리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54864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머신러닝 / 외부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19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ML Kit text-recognition-korean 의존성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KoreanTextRecognizerOptions로 한국어 OCR 생성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OpenDocument()로 외부 갤러리/파일 앱 연동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Intent.ACTION_VIEW로 카카오맵 외부 실행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051560"/>
            <a:ext cx="521208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다운로드 매니저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417319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DownloadManager.Request로 책 표지 다운로드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URL sha256 파일명으로 1회 다운로드 후 재사용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DownloadManager.Query로 성공/실패 확인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실패 ID 제거로 재시도 가능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246120"/>
            <a:ext cx="54864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안정성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11879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지도 WebView 대신 외부 Intent 사용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지도 앱 실행 runCatching 처리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빈 검색어/빈 질문 API 호출 차단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Firestore transaction으로 동시 참가 보호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DownloadManager 상태 확인/실패 정리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3246120"/>
            <a:ext cx="521208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심미성 / 완성도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611879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Olive/Pale/Ink 색상 토큰 재사용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카드, 탭, 하단바, 진행률 UI 통일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홈→모임등록/참가/채팅 연결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홈→AI가이드/챗봇 연결</a:t>
            </a:r>
          </a:p>
          <a:p>
            <a:pPr marL="180000">
              <a:spcAft>
                <a:spcPts val="300"/>
              </a:spcAft>
              <a:defRPr sz="1100">
                <a:solidFill>
                  <a:srgbClr val="000000"/>
                </a:solidFill>
                <a:latin typeface="맑은 고딕"/>
              </a:defRPr>
            </a:pPr>
            <a:r>
              <a:t>마이페이지→내서재/독서기록 연결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마무리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86384"/>
            <a:ext cx="7498079" cy="27432"/>
          </a:xfrm>
          <a:prstGeom prst="rect">
            <a:avLst/>
          </a:prstGeom>
          <a:solidFill>
            <a:srgbClr val="5B9BD5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972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최종 구현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실제 에뮬레이터에서 홈, AI 추천/챗봇, 모임등록, 지도, 참가 신청, 채팅, 마이페이지, 내 서재, 독서기록 화면이 동작함을 확인했다.</a:t>
            </a:r>
          </a:p>
          <a:p>
            <a:pPr marL="180000">
              <a:spcAft>
                <a:spcPts val="3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모임 데이터와 채팅은 Firestore 기반으로 연결되고, 도서/장소/AI 기능은 외부 API와 Coroutine으로 처리한다.</a:t>
            </a:r>
          </a:p>
          <a:p>
            <a:pPr marL="180000">
              <a:spcAft>
                <a:spcPts val="3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책 사진 선택 및 OCR 흐름, DownloadManager 표지 캐싱, 외부 카카오맵 실행까지 평가 항목별 기능을 구현했다.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566160"/>
            <a:ext cx="10972800" cy="292608"/>
          </a:xfrm>
          <a:prstGeom prst="rect">
            <a:avLst/>
          </a:prstGeom>
          <a:solidFill>
            <a:srgbClr val="EBF5FF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latin typeface="맑은 고딕"/>
              </a:defRPr>
            </a:pPr>
            <a:r>
              <a:t>평가기준 대응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000">
              <a:spcAft>
                <a:spcPts val="300"/>
              </a:spcAft>
              <a:defRPr sz="1400">
                <a:solidFill>
                  <a:srgbClr val="000000"/>
                </a:solidFill>
                <a:latin typeface="맑은 고딕"/>
              </a:defRPr>
            </a:pPr>
            <a:r>
              <a:t>Coroutine, DownloadManager, Jetpack 3개 이상, 외부 APP, DB, API 3개 이상, 머신러닝, 안정성, 완성도 항목을 모두 코드 근거와 실행 화면으로 정리했다.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B9BD5"/>
                </a:solidFill>
                <a:latin typeface="맑은 고딕"/>
              </a:defRPr>
            </a:pPr>
            <a: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1759</Words>
  <Application>Microsoft Office PowerPoint</Application>
  <PresentationFormat>와이드스크린</PresentationFormat>
  <Paragraphs>273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서로서가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김민주</dc:creator>
  <cp:lastModifiedBy>김민주</cp:lastModifiedBy>
  <cp:revision>2</cp:revision>
  <dcterms:created xsi:type="dcterms:W3CDTF">2026-06-21T05:46:48Z</dcterms:created>
  <dcterms:modified xsi:type="dcterms:W3CDTF">2026-06-21T07:32:02Z</dcterms:modified>
</cp:coreProperties>
</file>