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44C0A-3CDE-B964-2AA7-6343FDEB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31F5B7-8964-BF26-2D8B-3E96CC1DF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F4F28-986C-7439-512C-410A6B44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8E3D1A-A3EF-6723-5E45-56161114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108FC6-1604-62CB-6A1B-9C20FA7F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04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7B058-7C0E-CB06-3C54-F25DE6FE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A0765D-7873-664E-41E3-16FAD4D7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435010-FEF2-2DE8-E579-5860AA39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30588-2824-5C7F-F283-A6211E9E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5E042-0484-1302-8E2B-79B5BBCD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39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2BA1-C5E7-6641-3D50-87619B07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968D0-3513-B737-6579-257A2F246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DFE82-AF48-C5F0-58DC-C9825C37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DC791-7C7E-10BE-333D-C00C6C5A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E554B-FE3C-9C3E-04A0-BB4D424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0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0F008-3515-F9A5-3EA1-B8C0B936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1CA5F-272F-E7D2-172F-AAEFDABA5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38F425-44FC-F604-F372-4DE16B782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495E0-75C3-087B-709C-C90B8A9A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F10305-B292-60C1-022B-5A31BB0C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58505-1CB2-A085-8A15-4C0BA5E6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98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3874-23F2-B323-DA4F-DF4CC77A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B92C47-0A0C-B172-9CE2-39D853571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B41088-061E-4081-AB7D-9BB0CD576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CA789-0785-EEA3-CFBB-57DBB04DB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C95E27-BBFF-2329-C210-796ECF7C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E76166-665C-82CA-8D32-418F352B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0F3166-30C8-C2DD-3E60-C4FBD063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EA6F63-058E-AFC7-49E0-EBB9928C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4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0B04F-BEFF-EA49-F95C-93ADC8A8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CC50AA-5ECF-2A05-B7D3-D9037910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CEDCAA-8E06-4869-1F5C-17758232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CB288D-388F-CB08-D320-E35D504C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65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C9130A-3F21-52F8-1324-755CB3B8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FD9D07-D830-3DD9-8561-1714A76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FFAE3-B4E2-E067-BBBB-3EE3AA2D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4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15907-4442-8FD3-A6E3-13EA11DE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DCEBB-0201-9C17-C4E4-532BC7C7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837592-B5AC-BB50-7D16-453AABBA2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588DF-E828-3FE6-7B5B-8B579955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5E8139-B035-EE61-D88C-2373AECF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1CDA4A-999B-EAE3-97AF-BEACBA2F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1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89734-9DC6-78AB-D005-EB6E9FA9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057E1C-C400-0BE4-8CDA-8C2DED029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DB997C-C4D9-32C4-E4FD-B6E03A07C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F913E-1137-83C0-80FE-4E3F0517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1A62AE-763F-B771-DD35-466009E5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509FB3-9850-25F1-5DFF-56A2C26C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93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026A9-F809-23DE-DEC8-6DCE03C2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09B80F-5579-5D21-822A-73F22FEE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85E7A-85EC-6D9E-FE74-AA569A85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A1164-0312-1102-4188-0AA66C43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B8FA2-AB0D-1CFE-3BD9-FAEBD10D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83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0A209B-D5A2-ECD6-3A7D-A26F97D51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9D7E1-DEF6-18BD-EF38-DDEBBE75F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C30E5-F352-54CC-6A16-38FD5F4A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9BFD4-EF21-6673-715C-935AF8A7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B3A06-59A9-6D1C-FE34-80BC1677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968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6DE39D-83BA-0C8F-9501-AF6A45243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0EFF4C-3D6E-86BF-672F-30BDA5549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0430C-A528-4069-FD0D-AACA85648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EFF4C-5B81-5890-5F9C-79641699A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B0426-677B-06AD-F72A-1DFF84CFA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1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5188D721-D9F5-B761-9406-2441DBC2C0DC}"/>
              </a:ext>
            </a:extLst>
          </p:cNvPr>
          <p:cNvSpPr/>
          <p:nvPr/>
        </p:nvSpPr>
        <p:spPr>
          <a:xfrm>
            <a:off x="685800" y="3642259"/>
            <a:ext cx="530352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정승한</a:t>
            </a:r>
            <a:r>
              <a:rPr dirty="0">
                <a:solidFill>
                  <a:schemeClr val="tx1"/>
                </a:solidFill>
              </a:rPr>
              <a:t> (202255605)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58670-C49E-42BC-2E4E-EF38C32B725D}"/>
              </a:ext>
            </a:extLst>
          </p:cNvPr>
          <p:cNvSpPr txBox="1"/>
          <p:nvPr/>
        </p:nvSpPr>
        <p:spPr>
          <a:xfrm>
            <a:off x="685800" y="4026307"/>
            <a:ext cx="530352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메인화면 제작: 금주의 독서모임, AI 추천 도서, 하단 내비게이션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모임등록 화면 제작: 책 사진 선택, OCR, 도서 검색, 장소 검색, 날짜/시간 입력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마이페이지 제작: 참가신청한 모임, 내 서재, 독서 기록 화면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Firebase DB 구축: 모임/채팅방/메시지 저장 및 실시간 조회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머신러닝 모델 적용: ML Kit 한국어 OCR 기반 책 제목 후보 추출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A842647-1516-63C7-3EBA-230C7C69E744}"/>
              </a:ext>
            </a:extLst>
          </p:cNvPr>
          <p:cNvSpPr/>
          <p:nvPr/>
        </p:nvSpPr>
        <p:spPr>
          <a:xfrm>
            <a:off x="6263640" y="3642259"/>
            <a:ext cx="530352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>
                <a:solidFill>
                  <a:schemeClr val="tx1"/>
                </a:solidFill>
              </a:rPr>
              <a:t>김민주 (202455310</a:t>
            </a:r>
            <a:r>
              <a:rPr lang="en-US" dirty="0">
                <a:solidFill>
                  <a:schemeClr val="tx1"/>
                </a:solidFill>
              </a:rPr>
              <a:t>)</a:t>
            </a:r>
            <a:r>
              <a:rPr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C36F8-13AA-AD0A-CB25-2DFB86E58D76}"/>
              </a:ext>
            </a:extLst>
          </p:cNvPr>
          <p:cNvSpPr txBox="1"/>
          <p:nvPr/>
        </p:nvSpPr>
        <p:spPr>
          <a:xfrm>
            <a:off x="6263640" y="4026307"/>
            <a:ext cx="5303520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rPr dirty="0"/>
              <a:t>앱 </a:t>
            </a:r>
            <a:r>
              <a:rPr dirty="0" err="1"/>
              <a:t>기획</a:t>
            </a:r>
            <a:r>
              <a:rPr dirty="0"/>
              <a:t>: </a:t>
            </a:r>
            <a:r>
              <a:rPr dirty="0" err="1"/>
              <a:t>캠퍼스</a:t>
            </a:r>
            <a:r>
              <a:rPr dirty="0"/>
              <a:t> </a:t>
            </a:r>
            <a:r>
              <a:rPr dirty="0" err="1"/>
              <a:t>독서모임</a:t>
            </a:r>
            <a:r>
              <a:rPr dirty="0"/>
              <a:t> 및 </a:t>
            </a:r>
            <a:r>
              <a:rPr dirty="0" err="1"/>
              <a:t>개인</a:t>
            </a:r>
            <a:r>
              <a:rPr dirty="0"/>
              <a:t> </a:t>
            </a:r>
            <a:r>
              <a:rPr dirty="0" err="1"/>
              <a:t>독서</a:t>
            </a:r>
            <a:r>
              <a:rPr dirty="0"/>
              <a:t> </a:t>
            </a:r>
            <a:r>
              <a:rPr dirty="0" err="1"/>
              <a:t>기록</a:t>
            </a:r>
            <a:r>
              <a:rPr dirty="0"/>
              <a:t>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흐름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rPr dirty="0"/>
              <a:t>AI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도서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: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이유</a:t>
            </a:r>
            <a:r>
              <a:rPr dirty="0"/>
              <a:t>, </a:t>
            </a:r>
            <a:r>
              <a:rPr dirty="0" err="1"/>
              <a:t>배경지식</a:t>
            </a:r>
            <a:r>
              <a:rPr dirty="0"/>
              <a:t>, </a:t>
            </a:r>
            <a:r>
              <a:rPr dirty="0" err="1"/>
              <a:t>키워드</a:t>
            </a:r>
            <a:r>
              <a:rPr dirty="0"/>
              <a:t>, </a:t>
            </a:r>
            <a:r>
              <a:rPr dirty="0" err="1"/>
              <a:t>질문</a:t>
            </a:r>
            <a:r>
              <a:rPr dirty="0"/>
              <a:t>, </a:t>
            </a:r>
            <a:r>
              <a:rPr dirty="0" err="1"/>
              <a:t>토론</a:t>
            </a:r>
            <a:r>
              <a:rPr dirty="0"/>
              <a:t> </a:t>
            </a:r>
            <a:r>
              <a:rPr dirty="0" err="1"/>
              <a:t>주제</a:t>
            </a:r>
            <a:endParaRPr lang="en-US" dirty="0"/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rPr lang="en-US" altLang="ko-KR" dirty="0"/>
              <a:t>AI </a:t>
            </a:r>
            <a:r>
              <a:rPr lang="ko-KR" altLang="en-US" dirty="0" err="1"/>
              <a:t>챗봇</a:t>
            </a:r>
            <a:r>
              <a:rPr lang="ko-KR" altLang="en-US" dirty="0"/>
              <a:t> 화면 제작</a:t>
            </a:r>
            <a:r>
              <a:rPr lang="en-US" altLang="ko-KR" dirty="0"/>
              <a:t>: Gemini </a:t>
            </a:r>
            <a:r>
              <a:rPr lang="ko-KR" altLang="en-US" dirty="0"/>
              <a:t>기반 책 질의응답 화면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endParaRPr dirty="0"/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제작</a:t>
            </a:r>
            <a:r>
              <a:rPr dirty="0"/>
              <a:t>: </a:t>
            </a:r>
            <a:r>
              <a:rPr dirty="0" err="1"/>
              <a:t>카카오</a:t>
            </a:r>
            <a:r>
              <a:rPr dirty="0"/>
              <a:t> </a:t>
            </a:r>
            <a:r>
              <a:rPr dirty="0" err="1"/>
              <a:t>장소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및 </a:t>
            </a:r>
            <a:r>
              <a:rPr dirty="0" err="1"/>
              <a:t>카카오맵</a:t>
            </a:r>
            <a:r>
              <a:rPr dirty="0"/>
              <a:t> </a:t>
            </a:r>
            <a:r>
              <a:rPr dirty="0" err="1"/>
              <a:t>외부</a:t>
            </a:r>
            <a:r>
              <a:rPr dirty="0"/>
              <a:t> </a:t>
            </a:r>
            <a:r>
              <a:rPr dirty="0" err="1"/>
              <a:t>연동</a:t>
            </a:r>
            <a:endParaRPr dirty="0"/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rPr dirty="0"/>
              <a:t>PPT </a:t>
            </a:r>
            <a:r>
              <a:rPr dirty="0" err="1"/>
              <a:t>제작</a:t>
            </a:r>
            <a:r>
              <a:rPr dirty="0"/>
              <a:t>: </a:t>
            </a:r>
            <a:r>
              <a:rPr dirty="0" err="1"/>
              <a:t>발표자료</a:t>
            </a:r>
            <a:r>
              <a:rPr dirty="0"/>
              <a:t> </a:t>
            </a:r>
            <a:r>
              <a:rPr dirty="0" err="1"/>
              <a:t>구성</a:t>
            </a:r>
            <a:r>
              <a:rPr dirty="0"/>
              <a:t> 및 </a:t>
            </a:r>
            <a:r>
              <a:rPr dirty="0" err="1"/>
              <a:t>기능</a:t>
            </a:r>
            <a:r>
              <a:rPr dirty="0"/>
              <a:t>/</a:t>
            </a:r>
            <a:r>
              <a:rPr dirty="0" err="1"/>
              <a:t>평가기준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AB406-5FF5-9EF7-5B79-212FC997E793}"/>
              </a:ext>
            </a:extLst>
          </p:cNvPr>
          <p:cNvSpPr txBox="1"/>
          <p:nvPr/>
        </p:nvSpPr>
        <p:spPr>
          <a:xfrm>
            <a:off x="3772207" y="1577187"/>
            <a:ext cx="44342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b="1" dirty="0"/>
              <a:t>서로서가</a:t>
            </a:r>
            <a:endParaRPr lang="en-US" altLang="ko-KR" sz="4400" b="1" dirty="0"/>
          </a:p>
          <a:p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기반 캠퍼스 독</a:t>
            </a:r>
            <a:r>
              <a:rPr lang="ko-KR" altLang="ko-KR" dirty="0"/>
              <a:t>서 모임 및 디지털 서재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025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06640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2098548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42432"/>
            <a:ext cx="20985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실제 홈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51560"/>
            <a:ext cx="7498079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서비스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목적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1435607"/>
            <a:ext cx="749807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서로서가는 부산대 학생들이 책을 중심으로 독서모임을 만들고 참가하는 커뮤니티 앱이다.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모임 탐색, 모임 등록, 참가 신청, 채팅, 내 서재, 독서기록, AI 독서 가이드 기능을 하나의 흐름으로 연결했다.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788920"/>
            <a:ext cx="7498079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주요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사용자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흐름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3172968"/>
            <a:ext cx="749807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홈 → 금주의 독서모임 → 참가 신청 → 모임 채팅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홈 → 모임 만들기 → OCR/도서검색/장소검색 → Firestore 저장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홈 → AI 추천 도서 → AI 독서 가이드 → AI 챗봇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마이페이지 → 내 서재 → 독서 기록 / 내 책 등록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572000"/>
            <a:ext cx="7498079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핵심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기술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스택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4956048"/>
            <a:ext cx="74980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Jetpack Compose, Coroutine, Firebase Firestore, ML Kit OCR, Google Books API, Kakao Local API, Gemini API, DownloadManager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와이어프레임 및 화면 기능 / 득점 기능 수행 내용 명세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06640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9981" y="4663440"/>
            <a:ext cx="508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화면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와이어프레임</a:t>
            </a:r>
            <a:r>
              <a:rPr dirty="0"/>
              <a:t> </a:t>
            </a:r>
            <a:r>
              <a:rPr dirty="0" err="1"/>
              <a:t>보드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82861" y="502920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메인페이지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금주의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독서모임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모임채팅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2861" y="5413248"/>
            <a:ext cx="52578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메인페이지</a:t>
            </a:r>
            <a:r>
              <a:rPr dirty="0"/>
              <a:t>: </a:t>
            </a:r>
            <a:r>
              <a:rPr dirty="0" err="1"/>
              <a:t>Firestore</a:t>
            </a:r>
            <a:r>
              <a:rPr dirty="0"/>
              <a:t> meetings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구독</a:t>
            </a:r>
            <a:r>
              <a:rPr dirty="0"/>
              <a:t> 후 </a:t>
            </a:r>
            <a:r>
              <a:rPr dirty="0" err="1"/>
              <a:t>금주의</a:t>
            </a:r>
            <a:r>
              <a:rPr dirty="0"/>
              <a:t> </a:t>
            </a:r>
            <a:r>
              <a:rPr dirty="0" err="1"/>
              <a:t>독서모임과</a:t>
            </a:r>
            <a:r>
              <a:rPr dirty="0"/>
              <a:t> AI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도서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 (DB, Jetpack)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금주의</a:t>
            </a:r>
            <a:r>
              <a:rPr dirty="0"/>
              <a:t> </a:t>
            </a:r>
            <a:r>
              <a:rPr dirty="0" err="1"/>
              <a:t>독서모임</a:t>
            </a:r>
            <a:r>
              <a:rPr dirty="0"/>
              <a:t>: </a:t>
            </a:r>
            <a:r>
              <a:rPr dirty="0" err="1"/>
              <a:t>모임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, </a:t>
            </a:r>
            <a:r>
              <a:rPr dirty="0" err="1"/>
              <a:t>장소</a:t>
            </a:r>
            <a:r>
              <a:rPr dirty="0"/>
              <a:t>/</a:t>
            </a:r>
            <a:r>
              <a:rPr dirty="0" err="1"/>
              <a:t>주소</a:t>
            </a:r>
            <a:r>
              <a:rPr dirty="0"/>
              <a:t>/</a:t>
            </a:r>
            <a:r>
              <a:rPr dirty="0" err="1"/>
              <a:t>인원</a:t>
            </a:r>
            <a:r>
              <a:rPr dirty="0"/>
              <a:t>/</a:t>
            </a:r>
            <a:r>
              <a:rPr dirty="0" err="1"/>
              <a:t>참가비</a:t>
            </a:r>
            <a:r>
              <a:rPr dirty="0"/>
              <a:t> </a:t>
            </a:r>
            <a:r>
              <a:rPr dirty="0" err="1"/>
              <a:t>표시</a:t>
            </a:r>
            <a:r>
              <a:rPr dirty="0"/>
              <a:t>, </a:t>
            </a:r>
            <a:r>
              <a:rPr dirty="0" err="1"/>
              <a:t>참가</a:t>
            </a:r>
            <a:r>
              <a:rPr dirty="0"/>
              <a:t> </a:t>
            </a:r>
            <a:r>
              <a:rPr dirty="0" err="1"/>
              <a:t>신청</a:t>
            </a:r>
            <a:r>
              <a:rPr dirty="0"/>
              <a:t> 후 </a:t>
            </a:r>
            <a:r>
              <a:rPr dirty="0" err="1"/>
              <a:t>채팅방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(DB, </a:t>
            </a:r>
            <a:r>
              <a:rPr dirty="0" err="1"/>
              <a:t>안정성</a:t>
            </a:r>
            <a:r>
              <a:rPr dirty="0"/>
              <a:t>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모임채팅</a:t>
            </a:r>
            <a:r>
              <a:rPr dirty="0"/>
              <a:t>: </a:t>
            </a:r>
            <a:r>
              <a:rPr dirty="0" err="1"/>
              <a:t>chatRooms</a:t>
            </a:r>
            <a:r>
              <a:rPr dirty="0"/>
              <a:t>/{id}/messages subcollection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조회</a:t>
            </a:r>
            <a:r>
              <a:rPr dirty="0"/>
              <a:t> 및 </a:t>
            </a:r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 (DB, Coroutine)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4981" y="502920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코드</a:t>
            </a:r>
            <a:r>
              <a:rPr dirty="0">
                <a:solidFill>
                  <a:schemeClr val="tx1"/>
                </a:solidFill>
              </a:rPr>
              <a:t> 및 </a:t>
            </a:r>
            <a:r>
              <a:rPr dirty="0" err="1">
                <a:solidFill>
                  <a:schemeClr val="tx1"/>
                </a:solidFill>
              </a:rPr>
              <a:t>평가기준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근거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4981" y="5413248"/>
            <a:ext cx="52578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Screens.kt:116 HomeScreen, Screens.kt:410 ParticipateScreen, Screens.kt:441 MeetingChatScreen</a:t>
            </a:r>
            <a:endParaRPr dirty="0"/>
          </a:p>
          <a:p>
            <a:pPr>
              <a:defRPr sz="1100">
                <a:latin typeface="맑은 고딕"/>
              </a:defRPr>
            </a:pPr>
            <a:r>
              <a:t>MeetingRepository.kt:20 meetings 리스너, 113 transaction 참가 처리, 150/164 채팅 조회/저장</a:t>
            </a:r>
          </a:p>
          <a:p>
            <a:pPr>
              <a:defRPr sz="1100">
                <a:latin typeface="맑은 고딕"/>
              </a:defRPr>
            </a:pPr>
            <a:r>
              <a:t>평가기준: Activity 4개 + Intent 데이터 전달, Jetpack Compose UI, Coroutine, Firebase DB, 안정성, 완성도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7F4912B-4F81-8DE8-95AC-F7D594E86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1645" b="2130"/>
          <a:stretch>
            <a:fillRect/>
          </a:stretch>
        </p:blipFill>
        <p:spPr>
          <a:xfrm>
            <a:off x="499981" y="882752"/>
            <a:ext cx="7250940" cy="3780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와이어프레임 및 화면 기능 / 득점 기능 수행 내용 명세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06640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meeting_registe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946404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모임등록</a:t>
            </a:r>
          </a:p>
        </p:txBody>
      </p:sp>
      <p:pic>
        <p:nvPicPr>
          <p:cNvPr id="6" name="Picture 5" descr="04_ai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051560"/>
            <a:ext cx="946404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4884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AI 챗봇</a:t>
            </a:r>
          </a:p>
        </p:txBody>
      </p:sp>
      <p:pic>
        <p:nvPicPr>
          <p:cNvPr id="8" name="Picture 7" descr="13_mypage_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1051560"/>
            <a:ext cx="946404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9476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내 서재</a:t>
            </a:r>
          </a:p>
        </p:txBody>
      </p:sp>
      <p:pic>
        <p:nvPicPr>
          <p:cNvPr id="10" name="Picture 9" descr="14_reading_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051560"/>
            <a:ext cx="94640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독서기록</a:t>
            </a:r>
          </a:p>
        </p:txBody>
      </p:sp>
      <p:pic>
        <p:nvPicPr>
          <p:cNvPr id="12" name="Picture 11" descr="16_kakao_map_exter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051560"/>
            <a:ext cx="946404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8660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카카오맵</a:t>
            </a:r>
          </a:p>
        </p:txBody>
      </p:sp>
      <p:pic>
        <p:nvPicPr>
          <p:cNvPr id="14" name="Picture 13" descr="15_add_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20" y="1051560"/>
            <a:ext cx="946404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32520" y="3182111"/>
            <a:ext cx="9464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내 책 등록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2044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>
                <a:solidFill>
                  <a:schemeClr val="tx1"/>
                </a:solidFill>
              </a:rPr>
              <a:t>AI / OCR / API </a:t>
            </a:r>
            <a:r>
              <a:rPr dirty="0" err="1">
                <a:solidFill>
                  <a:schemeClr val="tx1"/>
                </a:solidFill>
              </a:rPr>
              <a:t>기능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904488"/>
            <a:ext cx="525780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ML Kit OCR: 책 사진 선택 후 한국어 OCR로 제목 후보 추출 (머신러닝)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Google Books API: 도서 제목/저자/출판사/페이지/표지/ISBN 검색 (API)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 Local API + ACTION_VIEW: 장소 검색과 카카오맵 외부 실행 (API, 외부 APP)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Gemini API: 선택 도서 기반 AI 챗봇 질의응답 (API, Coroutine)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2044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>
                <a:solidFill>
                  <a:schemeClr val="tx1"/>
                </a:solidFill>
              </a:rPr>
              <a:t>내 </a:t>
            </a:r>
            <a:r>
              <a:rPr dirty="0" err="1">
                <a:solidFill>
                  <a:schemeClr val="tx1"/>
                </a:solidFill>
              </a:rPr>
              <a:t>서재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독서기록</a:t>
            </a:r>
            <a:r>
              <a:rPr dirty="0">
                <a:solidFill>
                  <a:schemeClr val="tx1"/>
                </a:solidFill>
              </a:rPr>
              <a:t> / </a:t>
            </a:r>
            <a:r>
              <a:rPr dirty="0" err="1">
                <a:solidFill>
                  <a:schemeClr val="tx1"/>
                </a:solidFill>
              </a:rPr>
              <a:t>다운로드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0" y="3904488"/>
            <a:ext cx="5257800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내 서재: 책 목록 카드, 새 책 등록, 표지 표시, 페이지 정보 표시 (Jetpack, 심미성)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독서기록: 진행률 LinearProgressIndicator, 현재 페이지, 문장/감상 저장 (Jetpack, 완성도)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DownloadManager: 책 표지 URL을 파일로 저장하고 해시 파일명으로 재사용 (다운로드 매니저, 안정성)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코드: BookRecognitionModule.kt, KakaoLocalModule.kt, GeminiChatModule.kt, Screens.kt:510/641/1288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안정성 상세 구현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06640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9_weekly_meet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1049274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410711"/>
            <a:ext cx="104927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참가 신청</a:t>
            </a:r>
          </a:p>
        </p:txBody>
      </p:sp>
      <p:pic>
        <p:nvPicPr>
          <p:cNvPr id="6" name="Picture 5" descr="16_kakao_map_exter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051560"/>
            <a:ext cx="1049274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4600" y="3410711"/>
            <a:ext cx="104927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외부 지도</a:t>
            </a:r>
          </a:p>
        </p:txBody>
      </p:sp>
      <p:pic>
        <p:nvPicPr>
          <p:cNvPr id="8" name="Picture 7" descr="13_mypage_libr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051560"/>
            <a:ext cx="1049274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3410711"/>
            <a:ext cx="104927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55555"/>
                </a:solidFill>
                <a:latin typeface="맑은 고딕"/>
              </a:defRPr>
            </a:pPr>
            <a:r>
              <a:t>표지 캐싱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51560"/>
            <a:ext cx="498348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비정상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종료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방지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7"/>
            <a:ext cx="498348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지도 WebView를 제거하고 외부 Intent로 실행해 무한 로드/앱 멈춤 가능성을 줄임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Screens.kt:1141 지도 앱 실행을 runCatching으로 감싸 외부 앱 호출 실패 시 크래시 방지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498348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데이터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정합성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3127248"/>
            <a:ext cx="49834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MeetingRepository.kt:113 Firestore transaction으로 참가자 수와 모임 상태를 갱신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동시 참가 시 participantIds/currentParticipantsCount/status가 꼬일 가능성 감소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입력</a:t>
            </a:r>
            <a:r>
              <a:rPr dirty="0">
                <a:solidFill>
                  <a:schemeClr val="tx1"/>
                </a:solidFill>
              </a:rPr>
              <a:t>/</a:t>
            </a:r>
            <a:r>
              <a:rPr dirty="0" err="1">
                <a:solidFill>
                  <a:schemeClr val="tx1"/>
                </a:solidFill>
              </a:rPr>
              <a:t>네트워크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방어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544568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KakaoLocalModule.kt, BookRecognitionModule.kt, GeminiChatModule.kt에서 빈 검색어/질문 차단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 실패 시 InfoBox 오류 메시지와 로딩 상태를 화면에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160520"/>
            <a:ext cx="5257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다운로드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안정성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0" y="4544568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Screens.kt:1288 표지는 URL 해시 파일명으로 1회 다운로드 후 재사용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DownloadManager.Query로 성공/실패 상태 확인, 실패 ID 제거 후 재시도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06640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972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구현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결과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972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서로서가는 책 기반 독서모임 생성/참가/채팅, AI 독서 지원, 개인 독서기록을 하나의 앱으로 연결했다.</a:t>
            </a:r>
          </a:p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실제 Android Emulator에서 홈, 모임등록, 카카오맵, 참가신청, 채팅, 마이페이지, 내 서재, 독서기록, AI 챗봇 화면 동작을 확인했다.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972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평가기준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충족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요약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3310128"/>
            <a:ext cx="10972800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/>
              <a:t>Activity 3개 </a:t>
            </a:r>
            <a:r>
              <a:rPr dirty="0" err="1"/>
              <a:t>이상</a:t>
            </a:r>
            <a:r>
              <a:rPr dirty="0"/>
              <a:t>: </a:t>
            </a:r>
            <a:r>
              <a:rPr dirty="0" err="1"/>
              <a:t>MainActivityBySh</a:t>
            </a:r>
            <a:r>
              <a:rPr dirty="0"/>
              <a:t>, </a:t>
            </a:r>
            <a:r>
              <a:rPr dirty="0" err="1"/>
              <a:t>MeetRegActivity</a:t>
            </a:r>
            <a:r>
              <a:rPr dirty="0"/>
              <a:t>, </a:t>
            </a:r>
            <a:r>
              <a:rPr dirty="0" err="1"/>
              <a:t>ParticipateActivity</a:t>
            </a:r>
            <a:r>
              <a:rPr dirty="0"/>
              <a:t>, </a:t>
            </a:r>
            <a:r>
              <a:rPr dirty="0" err="1"/>
              <a:t>ChatActivity</a:t>
            </a:r>
            <a:endParaRPr lang="en-US" dirty="0"/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/>
              <a:t>Intent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: </a:t>
            </a:r>
            <a:r>
              <a:rPr dirty="0" err="1"/>
              <a:t>meetingId</a:t>
            </a:r>
            <a:r>
              <a:rPr dirty="0"/>
              <a:t>, </a:t>
            </a:r>
            <a:r>
              <a:rPr dirty="0" err="1"/>
              <a:t>chatRoomId를</a:t>
            </a:r>
            <a:r>
              <a:rPr dirty="0"/>
              <a:t> Activity 간 </a:t>
            </a:r>
            <a:r>
              <a:rPr dirty="0" err="1"/>
              <a:t>전달</a:t>
            </a:r>
            <a:endParaRPr lang="en-US" dirty="0"/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/>
              <a:t>Coroutine: OCR/API/DB </a:t>
            </a:r>
            <a:r>
              <a:rPr dirty="0" err="1"/>
              <a:t>작업</a:t>
            </a:r>
            <a:r>
              <a:rPr dirty="0"/>
              <a:t> </a:t>
            </a:r>
            <a:r>
              <a:rPr dirty="0" err="1"/>
              <a:t>비동기</a:t>
            </a:r>
            <a:r>
              <a:rPr dirty="0"/>
              <a:t> </a:t>
            </a:r>
            <a:r>
              <a:rPr dirty="0" err="1"/>
              <a:t>처리</a:t>
            </a:r>
            <a:endParaRPr lang="en-US" dirty="0"/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DownloadManager</a:t>
            </a:r>
            <a:r>
              <a:rPr dirty="0"/>
              <a:t>: 책 </a:t>
            </a:r>
            <a:r>
              <a:rPr dirty="0" err="1"/>
              <a:t>표지</a:t>
            </a:r>
            <a:r>
              <a:rPr dirty="0"/>
              <a:t> </a:t>
            </a:r>
            <a:r>
              <a:rPr dirty="0" err="1"/>
              <a:t>다운로드</a:t>
            </a:r>
            <a:r>
              <a:rPr dirty="0"/>
              <a:t> 및 </a:t>
            </a:r>
            <a:r>
              <a:rPr dirty="0" err="1"/>
              <a:t>캐싱</a:t>
            </a:r>
            <a:endParaRPr lang="en-US" dirty="0"/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/>
              <a:t>Jetpack 3개 </a:t>
            </a:r>
            <a:r>
              <a:rPr dirty="0" err="1"/>
              <a:t>이상</a:t>
            </a:r>
            <a:r>
              <a:rPr dirty="0"/>
              <a:t>: Compose, </a:t>
            </a:r>
            <a:r>
              <a:rPr dirty="0" err="1"/>
              <a:t>LazyColumn</a:t>
            </a:r>
            <a:r>
              <a:rPr dirty="0"/>
              <a:t>/</a:t>
            </a:r>
            <a:r>
              <a:rPr dirty="0" err="1"/>
              <a:t>LazyRow</a:t>
            </a:r>
            <a:r>
              <a:rPr dirty="0"/>
              <a:t>, Material3, Activity Result API</a:t>
            </a:r>
            <a:endParaRPr lang="en-US" dirty="0"/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rPr dirty="0" err="1"/>
              <a:t>외부</a:t>
            </a:r>
            <a:r>
              <a:rPr dirty="0"/>
              <a:t> APP/DB/API/</a:t>
            </a:r>
            <a:r>
              <a:rPr dirty="0" err="1"/>
              <a:t>머신러닝</a:t>
            </a:r>
            <a:r>
              <a:rPr dirty="0"/>
              <a:t>: </a:t>
            </a:r>
            <a:r>
              <a:rPr dirty="0" err="1"/>
              <a:t>카카오맵</a:t>
            </a:r>
            <a:r>
              <a:rPr dirty="0"/>
              <a:t>, </a:t>
            </a:r>
            <a:r>
              <a:rPr dirty="0" err="1"/>
              <a:t>Firestore</a:t>
            </a:r>
            <a:r>
              <a:rPr dirty="0"/>
              <a:t>, Google Books, Kakao Local, Gemini, ML Kit OCR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92040"/>
            <a:ext cx="10972800" cy="310896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rPr dirty="0" err="1">
                <a:solidFill>
                  <a:schemeClr val="tx1"/>
                </a:solidFill>
              </a:rPr>
              <a:t>최종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정리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2760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기능 구현뿐 아니라 오류 표시, 입력 차단, transaction, 다운로드 상태 확인으로 안정성을 보강했다.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150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B9BD5"/>
                </a:solidFill>
                <a:latin typeface="맑은 고딕"/>
              </a:defRPr>
            </a:pPr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880</Words>
  <Application>Microsoft Office PowerPoint</Application>
  <PresentationFormat>와이드스크린</PresentationFormat>
  <Paragraphs>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김민주</dc:creator>
  <cp:lastModifiedBy>김민주</cp:lastModifiedBy>
  <cp:revision>5</cp:revision>
  <dcterms:created xsi:type="dcterms:W3CDTF">2026-06-21T05:46:48Z</dcterms:created>
  <dcterms:modified xsi:type="dcterms:W3CDTF">2026-06-21T09:05:20Z</dcterms:modified>
</cp:coreProperties>
</file>